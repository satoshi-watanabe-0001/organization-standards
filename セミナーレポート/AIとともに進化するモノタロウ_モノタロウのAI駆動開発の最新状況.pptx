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906878" y="1666951"/>
            <a:ext cx="67254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AIとともに進化するモノタロウ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973982" y="2581351"/>
            <a:ext cx="44485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E6001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モノタロウのAI駆動開発の最新状況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562149" y="4457700"/>
            <a:ext cx="914400" cy="3840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29254" y="4334256"/>
            <a:ext cx="5086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AIを事業と開発プロセスの中心に据え、全社で価値創出へ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15146" y="4457700"/>
            <a:ext cx="914400" cy="3840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305" y="6344107"/>
            <a:ext cx="35625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株式会社MonotaRO／晋川・市原・山本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35717" y="6372454"/>
            <a:ext cx="1405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2025年10月30日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733349"/>
            <a:ext cx="60771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モノタロウの認識：AIは不可逆な変革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47902" y="1714500"/>
            <a:ext cx="68397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AIはインターネットの登場に比肩するパラダイムシフト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47902" y="2400300"/>
            <a:ext cx="74011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変化は不可逆：理解し、活用できる組織能力への転換が必須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47902" y="3086100"/>
            <a:ext cx="5505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スローガン：AIとともに進化するモノタロウ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47781" y="6439205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733349"/>
            <a:ext cx="62490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AI駆動開発への展開経緯(2023→2025)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47902" y="1714500"/>
            <a:ext cx="42391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2023：GitHub Copilotを全社展開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47902" y="2400300"/>
            <a:ext cx="662025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2024：AIによるモダナイゼーションプロジェクト開始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47902" y="3086100"/>
            <a:ext cx="6572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2025：AI駆動開発チームを発足（Top-Downで推進）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47781" y="6439205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733349"/>
            <a:ext cx="53245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ツール活用状況の推移(春→現在)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47902" y="1714500"/>
            <a:ext cx="40581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Devin：160 → 340（継続拡大）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47902" y="2400300"/>
            <a:ext cx="37536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Cursor：40 → 220（標準化）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47902" y="3086100"/>
            <a:ext cx="32964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Cline：100 → 40（縮小）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47902" y="3771900"/>
            <a:ext cx="103162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気づき：熱意のある個人だけでは全社効果が限定組織として"使い切る"仕組みが必要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047781" y="6439205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733349"/>
            <a:ext cx="40105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AI駆動開発チームの役割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47902" y="1714500"/>
            <a:ext cx="68397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目的：普通の人にもしっかり使ってもらえる状態を作る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47902" y="2400300"/>
            <a:ext cx="52770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整備：モデル・ツール・環境の選定と提供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47902" y="3086100"/>
            <a:ext cx="66111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現場支援：利用促進、ナレッジ横展開、レビュー支援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47902" y="3771900"/>
            <a:ext cx="10582351" cy="1200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基盤：開発環境の整備 APIキー発行/管理（OpenAI・Anthropic・Gemini） GitHub Organization Secretsに各種APIキーを設定 PRをフックにコードレビュー・ドキュメント更新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047781" y="6439205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63889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543154"/>
            <a:ext cx="60771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AI駆動開発を浸透させるための仕組み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0926" y="1333195"/>
            <a:ext cx="5609844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7902" y="5048402"/>
            <a:ext cx="6363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体制：CTO・部門長 → AI駆動開発チーム（Top-Down推進）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47902" y="5581498"/>
            <a:ext cx="87727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仕掛け：DOJO（ベースラインのスキル向上）／トレンドラボ（最新情報と横連携）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47902" y="6114593"/>
            <a:ext cx="5201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価値探索：開発チームの自律的な活用方法を発見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7220102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047781" y="7220102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733349"/>
            <a:ext cx="49816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具体的な取り組み(育成と文化)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47902" y="1714500"/>
            <a:ext cx="94585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ハンズオン：Cursorの入門ハンズオン（2時間）初心者ターゲット、70名参加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47902" y="2400300"/>
            <a:ext cx="1058235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帯制度：AI駆動開発で求めるケイパビリティを定義・認証（能力の言語化）。現在入門レベルのスキル標準を策定中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47902" y="3486607"/>
            <a:ext cx="1058235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トレンドラボ：定期開催している社内勉強会／AIに関する情報アップデート／チーム別座談会／AI活用事例のボトムアップな取り組み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47781" y="6439205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63889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543154"/>
            <a:ext cx="6934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SDLCの全フェーズでAI活用度を引き上げる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6" b="66"/>
          <a:stretch/>
        </p:blipFill>
        <p:spPr>
          <a:xfrm>
            <a:off x="2966314" y="1333195"/>
            <a:ext cx="6267298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7902" y="5048402"/>
            <a:ext cx="75346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計画20%／設計30%／実装70%／テスト60%／デプロイ30%／運用40%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47902" y="5581498"/>
            <a:ext cx="7639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方針：Cursor/Clineで試行し、AIへ委譲できるプロセスを段階的に増やす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47902" y="6114593"/>
            <a:ext cx="9087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次段階：プロセスを再設計し、可能な領域はエージェントに完全委任できる環境を整備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7220102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047781" y="7220102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98179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543154"/>
            <a:ext cx="74962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Devin活用事例:基幹システム移行プロジェクト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3278124" y="1333195"/>
            <a:ext cx="5639105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47902" y="5048402"/>
            <a:ext cx="67821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差分比較モジュールで新旧システムのレスポンスを照合・ログ化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47902" y="5581498"/>
            <a:ext cx="105540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サイクル：1) テストで差分検出 → 2) Devinへ丸投げ → 3) 原因調査 → 4) 修正→PR → 5) レビュー対応 → 6) マージ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47902" y="6457493"/>
            <a:ext cx="63724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効果：バグ調査と修正をAIに置き換え、PRスループット向上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7563002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047781" y="7563002"/>
            <a:ext cx="505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733349"/>
            <a:ext cx="79351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現場のAI実践事例：問い合わせ対応自動化(Slack)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47902" y="1714500"/>
            <a:ext cx="1058235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ワークフロー：Slackリアクション → Zapier → Spreadsheet → Apps Script → Slack返信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47902" y="2800807"/>
            <a:ext cx="7553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処理：GPTが要約（挨拶等を除去）→ ベクトル化 → 類似検索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47902" y="3486607"/>
            <a:ext cx="81637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オペレーション：人間が最終確認して回答（AIの妥当性チェック）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47902" y="4172407"/>
            <a:ext cx="46204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実装：必要最小限の構成で1日で構築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63656" y="6439205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733349"/>
            <a:ext cx="6782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学びと次の一手：支援型から置き換え型へ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47902" y="1714500"/>
            <a:ext cx="79159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支援型：GitHub Copilotは開発者のスキル依存で効果がばらつく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47902" y="2400300"/>
            <a:ext cx="60871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Cursor/Cline：PR数への影響は限定的（横ばい）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47902" y="3086100"/>
            <a:ext cx="1058235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置き換え型：Devin/Claude Code Action等は効果的。特にリプレイス案件でPRの約3割をDevinが作成したプロジェクトも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47902" y="4172407"/>
            <a:ext cx="81820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次の一手：熱量を文化へ。AIに任せられるプロセスを継続的に拡大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63656" y="6439205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52705"/>
          </a:xfrm>
          <a:prstGeom prst="rect">
            <a:avLst/>
          </a:prstGeom>
          <a:solidFill>
            <a:srgbClr val="E600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2805" y="733349"/>
            <a:ext cx="74679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まとめ：ツール浸透の先にプロセス変容がある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47902" y="1714500"/>
            <a:ext cx="76105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Top-Downの体制＋DOJO/トレンドラボで"普通の人"まで浸透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47902" y="2400300"/>
            <a:ext cx="66961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SDLC全体でAI活用度を底上げし、委譲可能領域を拡大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47902" y="3086100"/>
            <a:ext cx="68397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Devin等の置き換え型で生産性とPRスループットを加速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47902" y="3771900"/>
            <a:ext cx="791596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44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次期フォーカス：プロセスをAI前提に再設計し、持続的な文化へ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6439205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株式会社MonotaRO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63656" y="6439205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2025-10-30T08:09:10Z</dcterms:created>
  <dcterms:modified xsi:type="dcterms:W3CDTF">2025-10-30T08:09:10Z</dcterms:modified>
</cp:coreProperties>
</file>